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Платформа тестирования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Удобная система онлайн-тестирования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для организаций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Для кого эта платформа?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🏢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Организации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Проводите аттестации и проверки знаний сотрудников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463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🎓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83280" y="25603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Учебные центры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31089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Тестируйте студентов с автоматической проверкой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74320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463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📋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309360" y="25603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HR-отделы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1089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Оценивайте кандидатов при приеме на работу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Путь пользователя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26517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Вход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3108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Email + ИИН + ФИО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1691640"/>
            <a:ext cx="457200" cy="45720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0" y="1371600"/>
            <a:ext cx="1097280" cy="10972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60020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26517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Ожидание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3108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До назначенного времени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1691640"/>
            <a:ext cx="457200" cy="45720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1371600"/>
            <a:ext cx="1097280" cy="10972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60020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26517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Тестирование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108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Ответы на вопросы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691640"/>
            <a:ext cx="457200" cy="45720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1371600"/>
            <a:ext cx="1097280" cy="10972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60020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58000" y="26517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Результат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108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Подтверждение сдачи</a:t>
            </a:r>
            <a:endParaRPr lang="en-US" sz="1200" dirty="0"/>
          </a:p>
        </p:txBody>
      </p:sp>
      <p:pic>
        <p:nvPicPr>
          <p:cNvPr id="22" name="Image 0" descr="C:\Users\dias.urazov\CascadeProjects\test-platform\screenshots\02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0"/>
            <a:ext cx="2011680" cy="1257300"/>
          </a:xfrm>
          <a:prstGeom prst="rect">
            <a:avLst/>
          </a:prstGeom>
        </p:spPr>
      </p:pic>
      <p:pic>
        <p:nvPicPr>
          <p:cNvPr id="23" name="Image 1" descr="C:\Users\dias.urazov\CascadeProjects\test-platform\screenshots\06-wai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3657600"/>
            <a:ext cx="2011680" cy="1257300"/>
          </a:xfrm>
          <a:prstGeom prst="rect">
            <a:avLst/>
          </a:prstGeom>
        </p:spPr>
      </p:pic>
      <p:pic>
        <p:nvPicPr>
          <p:cNvPr id="24" name="Image 2" descr="C:\Users\dias.urazov\CascadeProjects\test-platform\screenshots\04-test-p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657600"/>
            <a:ext cx="2011680" cy="1257300"/>
          </a:xfrm>
          <a:prstGeom prst="rect">
            <a:avLst/>
          </a:prstGeom>
        </p:spPr>
      </p:pic>
      <p:pic>
        <p:nvPicPr>
          <p:cNvPr id="25" name="Image 3" descr="C:\Users\dias.urazov\CascadeProjects\test-platform\screenshots\05-test-resu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657600"/>
            <a:ext cx="2011680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Простая авторизация</a:t>
            </a:r>
            <a:endParaRPr lang="en-US" sz="3600" dirty="0"/>
          </a:p>
        </p:txBody>
      </p:sp>
      <p:pic>
        <p:nvPicPr>
          <p:cNvPr id="3" name="Image 0" descr="C:\Users\dias.urazov\CascadeProjects\test-platform\screenshots\02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572000" cy="285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0972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Что нужно для входа: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📧  Email адрес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🔢  ИИН (12 цифр)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👤  Имя и Фамилия
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Никаких паролей — безопасная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идентификация по данным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Удобное тестирование</a:t>
            </a:r>
            <a:endParaRPr lang="en-US" sz="3600" dirty="0"/>
          </a:p>
        </p:txBody>
      </p:sp>
      <p:pic>
        <p:nvPicPr>
          <p:cNvPr id="3" name="Image 0" descr="C:\Users\dias.urazov\CascadeProjects\test-platform\screenshots\04-test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0" cy="3143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91440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Интуитивный интерфейс: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Прогресс-бар показывает сколько осталось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Навигация по номерам вопросов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Цветовая индикация отвеченных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Кнопки Назад/Далее для удобства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Автосохранение ответов
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Завершение тестирования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914400"/>
            <a:ext cx="5486400" cy="3657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8288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📷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Вставьте скриншот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"Тестирование пройдено"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После завершения теста пользователь видит: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Подтверждение успешной сдачи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Информацию о получении результатов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Кнопку выхода из системы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Админ-панель: Обзор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📷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Вставьте скриншот 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(с активными тестами и статистикой)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Real-time мониторинг • Статистика • Экспорт результатов • Настройки теста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Мониторинг в реальном времени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Администратор видит: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👥  Кто сейчас проходит тест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📊  Прогресс каждого участника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⏱️  Время начала тестирования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✅  Завершенные тесты с результатами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📜  Возможность выдать сертификат
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914400"/>
            <a:ext cx="3931920" cy="38404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13716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🟢 Real-time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Обновление данных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в реальном времени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без перезагрузки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Управление вопросами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📷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Вставьте скриншот вкладки "Вопросы"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(импорт из Word + список вопросов)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Импорт из Word • Просмотр вопросов • Правильные ответы • Удаление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Простой импорт вопросов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Загрузите Word документ с вопросами:
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Поддерживаемые форматы:
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Нумерованный (1.1, 1.1.1):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Текст вопроса
1.1.1 Вариант A
1.1.2 Вариант B ✓
1.1.3 Вариант C
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Буквенный (A, B, C, D):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Текст вопроса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Вариант 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Вариант B ✓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C) Вариант C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D) Вариант 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005840"/>
            <a:ext cx="3931920" cy="2286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13716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📄 → 📥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Просто перетащите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Word файл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3474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Автоматическое распознавание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Определение правильных ответов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Мгновенная загрузка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Управление пользователями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📷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Вставьте скриншот вкладки "Пользователи"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(импорт + список с временными окнами)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Импорт из файла • Временные окна • Статусы • Управление доступом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Гибкое расписание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Для каждого пользователя можно задать: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🕐  Время начала тестирования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🕐  Время окончания тестирования
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Пользователь не сможет: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❌  Начать тест раньше времени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❌  Продолжить после окончания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❌  Пройти тест повторно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1005840"/>
            <a:ext cx="3931920" cy="3657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0" y="128016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Пример: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👤 Иванов Иван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📅 Начало: 03.04.2026, 10:00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📅 Конец: 03.04.2026, 12:00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⏱️ 2 часа на тест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Результаты и сертификаты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Экспорт CSV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Для Excel и анализа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463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📋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Экспорт JSON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8346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Для интеграций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74320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463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📜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Сертификаты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8346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PDF для участников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Все результаты сохраняются и доступны для: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Анализа успеваемости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Отчетности руководству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Выдачи сертификатов участникам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Почему выбирают нас?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Быстрый старт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Загрузите вопросы и пользователей — готово!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7432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2801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19202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Real-time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Следите за тестами в реальном времени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7432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2801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19202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Безопасность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2860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Защита от повторного прохождения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27432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83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Удобство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Интуитивный интерфейс для всех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200400"/>
            <a:ext cx="27432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383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383280" y="40233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Контроль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43891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Гибкие временные окна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200400"/>
            <a:ext cx="27432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383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309360" y="40233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Аналитика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43891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Экспорт и отчеты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Платформа тестирования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Простое и удобное решение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для онлайн-тестирования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Спасибо за внимание!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Платформа тестирования</dc:title>
  <dc:subject>PptxGenJS Presentation</dc:subject>
  <dc:creator>Test Platform</dc:creator>
  <cp:lastModifiedBy>Test Platform</cp:lastModifiedBy>
  <cp:revision>1</cp:revision>
  <dcterms:created xsi:type="dcterms:W3CDTF">2026-04-03T05:52:09Z</dcterms:created>
  <dcterms:modified xsi:type="dcterms:W3CDTF">2026-04-03T05:52:09Z</dcterms:modified>
</cp:coreProperties>
</file>