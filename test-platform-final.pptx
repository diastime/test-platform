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Платформа тестирования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Удобная система онлайн-тестирования для организаций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Для кого эта платформа?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🏢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Организации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Аттестации и проверки знаний сотрудников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743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🎓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Учебные центры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9260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Тестирование студентов с автопроверкой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743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📋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HR-отделы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9260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Оценка кандидатов при приеме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Простое решение для проведения тестирований любого масштаба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Как проходит тестирование?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237744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Вход в систему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Email + ИИН + ФИО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3716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34640" y="118872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37160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237744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Ожидание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До назначенного времени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3716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0" y="118872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7160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237744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Тестирование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Ответы на вопросы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3716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223760" y="118872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37160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237744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Результат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Подтверждение сдачи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Интуитивный процесс — пользователю не нужна инструкция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Простая авторизация</a:t>
            </a:r>
            <a:endParaRPr lang="en-US" sz="3200" dirty="0"/>
          </a:p>
        </p:txBody>
      </p:sp>
      <p:pic>
        <p:nvPicPr>
          <p:cNvPr id="3" name="Image 0" descr="C:\Users\dias.urazov\CascadeProjects\test-platform\screenshots\02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572000" cy="285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2080" y="10972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Что нужно для входа:
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📧  Email адрес
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🔢  ИИН (12 цифр)
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👤  Имя и Фамилия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Никаких паролей!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Безопасная идентификация по данным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Удобный интерфейс теста</a:t>
            </a:r>
            <a:endParaRPr lang="en-US" sz="3200" dirty="0"/>
          </a:p>
        </p:txBody>
      </p:sp>
      <p:pic>
        <p:nvPicPr>
          <p:cNvPr id="3" name="Image 0" descr="C:\Users\dias.urazov\CascadeProjects\test-platform\screenshots\04-tes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0" cy="3143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10972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Всё продумано: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Прогресс-бар сверху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Навигация по номерам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Цвета показывают статус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Кнопки Назад/Далее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Автосохранение ответов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Завершение тестирования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822960"/>
            <a:ext cx="6400800" cy="3931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64592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📷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Вставьте скриншот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"Тестирование пройдено"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(Image 4)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Пользователь получает подтверждение • Результаты сообщит администратор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Админ-панель: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3931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0"/>
            <a:ext cx="8595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📷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Вставьте скриншот Dashboard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(со статистикой и активными тестами)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(Image 3)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Статистика • Активные тесты в реальном времени • Завершенные тесты • Экспорт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Мониторинг в реальном времени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Администратор видит: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👥  Кто сейчас проходит тест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📊  Прогресс каждого участника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⏱️  Время начала тестирования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✅  Завершенные тесты с результатами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📜  Возможность выдать сертификат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0" y="914400"/>
            <a:ext cx="3474720" cy="38404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🟢 Real-time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Данные обновляются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автоматически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без перезагрузки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страницы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Управление вопросами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3931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0"/>
            <a:ext cx="8595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📷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Вставьте скриншот вкладки "Вопросы"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(импорт из Word + список загруженных вопросов)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(Image 2)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Импорт из Word • Просмотр вопросов с ответами • Правильный ответ выделен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Простой импорт вопросов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Загрузите Word документ: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Поддерживаемые форматы: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Нумерованный: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Текст вопроса
1.1.1 Вариант A
1.1.2 Вариант B ✓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Буквенный: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Текст вопроса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Вариант A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Вариант B ✓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C) Вариант 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46320" y="914400"/>
            <a:ext cx="4114800" cy="20116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11887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📄 → 📥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Просто перетащите файл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31089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Автоматическое распознавание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Определение правильных ответов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Мгновенная загрузка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Управление пользователями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3931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0"/>
            <a:ext cx="8595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📷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Вставьте скриншот вкладки "Пользователи"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(импорт + список с временными окнами)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(Image 1)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Импорт из файла • Временные окна для каждого • Статусы • Удаление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Гибкое расписание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Для каждого пользователя: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🕐  Время начала тестирования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🕐  Время окончания тестирования
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
Пользователь не сможет: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❌  Начать тест раньше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❌  Продолжить после окончания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❌  Пройти тест повторно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914400"/>
            <a:ext cx="3931920" cy="34747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0" y="10972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Пример: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👤 Иванов Иван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📅 Начало: 03.04.2026, 10:00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📅 Конец: 03.04.2026, 12:00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⏱️ 2 часа на тест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Результаты и отчеты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Экспорт CSV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Для Excel и анализа данных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74320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21945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Экспорт JSON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6517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Для интеграций с другими системами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74320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📜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Сертификаты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PDF документы для участников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Все результаты сохраняются для анализа, отчетности и выдачи сертификатов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Почему выбирают нас?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Быстрый старт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Загрузите вопросы и пользователей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74320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188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Real-time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Следите за тестами онлайн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74320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188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Безопасность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1945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Защита от повторного прохождения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74320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04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Удобство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Интуитивный интерфейс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3017520"/>
            <a:ext cx="274320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2004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383280" y="38404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Контроль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2062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Гибкие временные окна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3017520"/>
            <a:ext cx="274320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2004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09360" y="38404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Аналитика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42062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Экспорт и отчеты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Платформа тестирования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Простое и удобное решение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для онлайн-тестирования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Спасибо за внимание!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тестирования</dc:title>
  <dc:subject>PptxGenJS Presentation</dc:subject>
  <dc:creator>Test Platform</dc:creator>
  <cp:lastModifiedBy>Test Platform</cp:lastModifiedBy>
  <cp:revision>1</cp:revision>
  <dcterms:created xsi:type="dcterms:W3CDTF">2026-04-03T09:32:59Z</dcterms:created>
  <dcterms:modified xsi:type="dcterms:W3CDTF">2026-04-03T09:32:59Z</dcterms:modified>
</cp:coreProperties>
</file>