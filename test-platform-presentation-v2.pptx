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Платформа тестирования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Система онлайн тестирования с админ-панелью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Next.js 16 • React 19 • Firebase • TailwindCSS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Обзор проекта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Цель проекта: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Создание современной платформы для проведения онлайн-тестирования с возможностью управления вопросами, пользователями и мониторинга результатов в реальном времени.
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Основные возможности: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Авторизация пользователей по Email, ИИН, ФИО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Прохождение тестов с сохранением прогресса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Админ-панель с real-time мониторингом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Импорт вопросов из Word документов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Управление временными окнами тестирования
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Экспорт результатов в CSV/JSON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Next.js 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React фреймворк с SSR и API routes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344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React 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UI библиотека с новым компилятором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TypeScript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Типизация для надежности кода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6060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Firebase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Realtime Database + 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TailwindCSS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Utility-first CSS фреймворк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84048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9776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Zod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3434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Валидация данных на сервере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Главная страница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6400800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Приветственная страница с кнопкой входа в систему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Страница авторизации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114800" cy="2571750"/>
          </a:xfrm>
          <a:prstGeom prst="rect">
            <a:avLst/>
          </a:prstGeom>
        </p:spPr>
      </p:pic>
      <p:pic>
        <p:nvPicPr>
          <p:cNvPr id="4" name="Image 1" descr="C:\Users\dias.urazov\CascadeProjects\test-platform\screenshots\03-login-fi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2571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38404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Функционал: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Email, ИИН (12 цифр), Имя, Фамилия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Валидация на клиенте и сервере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JWT токен для сессии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Перенаправление по роли
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754880" y="38404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Безопасность: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Middleware защищает маршруты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HttpOnly cookies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Bcrypt хеширование
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Страница тестирования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4-tes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6400800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Интерфейс прохождения теста с навигацией по вопросам и прогресс-баром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Функционал тестирования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4-tes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572000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9144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Интерфейс теста: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Прогресс-бар с количеством ответов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Навигация по номерам вопросов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Цветовая индикация статуса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Выбор варианта ответа (A-D)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Кнопки Назад/Далее/Завершить
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Автосохранение ответов
</a:t>
            </a:r>
            <a:endParaRPr lang="en-US" sz="1600" dirty="0"/>
          </a:p>
        </p:txBody>
      </p:sp>
      <p:pic>
        <p:nvPicPr>
          <p:cNvPr id="5" name="Image 1" descr="C:\Users\dias.urazov\CascadeProjects\test-platform\screenshots\05-test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Состояния тестирования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6-wa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389120" cy="2743200"/>
          </a:xfrm>
          <a:prstGeom prst="rect">
            <a:avLst/>
          </a:prstGeom>
        </p:spPr>
      </p:pic>
      <p:pic>
        <p:nvPicPr>
          <p:cNvPr id="4" name="Image 1" descr="C:\Users\dias.urazov\CascadeProjects\test-platform\screenshots\05-test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389120" cy="2743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38404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Ожидание начала
</a:t>
            </a:r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Показывает запланированное время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754880" y="38404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Завершение теста
</a:t>
            </a:r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Подтверждение успешной сдачи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Админ-панель: Dashboard</a:t>
            </a:r>
            <a:endParaRPr lang="en-US" sz="3200" dirty="0"/>
          </a:p>
        </p:txBody>
      </p:sp>
      <p:pic>
        <p:nvPicPr>
          <p:cNvPr id="3" name="Image 0" descr="C:\Users\dias.urazov\CascadeProjects\test-platform\screenshots\07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6400800" cy="400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Real-time мониторинг активных тестов, статистика и экспорт результатов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Функционал админ-панели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7432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Статистика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Количество вопросов, пользователей, тестов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7432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801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Real-time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Мониторинг активных тестов в реальном времени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7432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801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Импорт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Загрузка вопросов из Word, пользователей из Excel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27432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91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Экспорт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Выгрузка результатов в CSV и JSON форматах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27432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291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91840" y="39319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Расписание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Управление временными окнами тестирования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27432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291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393192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Сертификаты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4297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Генерация сертификатов для участников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Архитектура приложения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Next.js App Router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page.tsx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Главная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login/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Авторизация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test/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Тестирование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admin/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Админ-панель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api/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API endpoints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UI компоненты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lib/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Firebase, утилиты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middleware.ts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# Защита маршрутов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100584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API Endpoints: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Auth: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
POST /api/auth/logout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Test: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/api/test/start
POST /api/test/answer
POST /api/test/submit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Admin: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 /api/admin/questions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GET/PUT/DELETE /api/admin/users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/api/admin/import-*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/api/admin/export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Итоги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Современный стек технологий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Real-time мониторинг тестов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Гибкий импорт вопросов из Word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Управление временными окнами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Безопасная авторизация (JWT)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Экспорт результатов CSV/JSON
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✓ Генерация сертификатов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тестирования</dc:title>
  <dc:subject>PptxGenJS Presentation</dc:subject>
  <dc:creator>Test Platform</dc:creator>
  <cp:lastModifiedBy>Test Platform</cp:lastModifiedBy>
  <cp:revision>1</cp:revision>
  <dcterms:created xsi:type="dcterms:W3CDTF">2026-04-03T05:44:25Z</dcterms:created>
  <dcterms:modified xsi:type="dcterms:W3CDTF">2026-04-03T05:44:25Z</dcterms:modified>
</cp:coreProperties>
</file>