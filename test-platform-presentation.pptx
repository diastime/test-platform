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Платформа тестирования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Система онлайн тестирования с админ-панелью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Next.js 16 • React 19 • Firebase • TailwindCSS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Обзор проекта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Цель проекта: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Создание современной платформы для проведения онлайн-тестирования с возможностью управления вопросами, пользователями и мониторинга результатов в реальном времени.
</a:t>
            </a:r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Основные возможности: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Авторизация пользователей по Email, ИИН, ФИО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Прохождение тестов с сохранением прогресса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Админ-панель с real-time мониторингом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Импорт вопросов из Word документов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Управление временными окнами тестирования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Экспорт результатов в CSV/JSON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Генерация сертификатов
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Технологический стек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Next.js 16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React фреймворк с SSR и API routes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41148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23444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React 19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UI библиотека с новым компилятором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1148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TypeScript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Типизация для надежности кода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468880"/>
            <a:ext cx="41148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60604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Firebase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97180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Realtime Database + Authentication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41148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7764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TailwindCSS 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Utility-first CSS фреймворк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840480"/>
            <a:ext cx="41148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97764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Zod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434340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Валидация данных на сервере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Архитектура приложения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Структура проекта:
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app/          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# Next.js App Router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page.tsx  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# Главная страница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login/    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# Страница авторизации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test/     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# Страница тестирования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admin/    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# Админ-панель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api/      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# API endpoints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components/   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# UI компоненты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lib/          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# Утилиты и Firebase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middleware.ts 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# Защита маршрутов
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Страница авторизации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Функционал: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Ввод Email, ИИН (12 цифр), Имя и Фамилия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Валидация данных на клиенте и сервере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JWT токен для сессии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Автоматическое перенаправление:
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  - Админы → /admin
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  - Пользователи → /test
</a:t>
            </a:r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Безопасность: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Middleware защищает маршруты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Проверка роли пользователя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HttpOnly cookies для токенов
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Страница тестирования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Интерфейс теста: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Прогресс-бар с количеством отвеченных вопросов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Навигация по номерам вопросов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Выбор варианта ответа (A, B, C, D)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Кнопки Назад/Далее/Завершить
</a:t>
            </a:r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Состояния: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Ожидание начала (если тест запланирован)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Время не назначено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Время истекло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Тест уже пройден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Результат после завершения
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Админ-панель: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01168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Статистика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Вопросы, пользователи, тесты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201168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3716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2103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Real-time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24688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Активные тесты в реальном времени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201168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Результаты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4688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Завершенные тесты с процентами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1188720"/>
            <a:ext cx="201168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3716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040880" y="2103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Экспорт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246888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CSV и JSON форматы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
Настройки теста: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Выбор количества вопросов (5-100)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Автоматическая выборка из базы
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Админ-панель: Вопросы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Импорт из Word: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Поддерживаются 2 формата:
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Формат 1 - Нумерованный: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 Текст вопроса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1.1.1 Вариант A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1.1.2 Вариант B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1.1.3 Вариант C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1.1.4 Правильный ответ
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Формат 2 - Буквенный: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Текст вопроса?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Вариант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Правильный *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C) Вариант
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Управление: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Просмотр всех вопросов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Удаление отдельных вопросов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Удаление всех вопросов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Поиск по тексту
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Админ-панель: Пользователи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Управление пользователями: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Импорт из Excel файла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Просмотр списка пользователей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Удаление пользователей
</a:t>
            </a:r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Временные окна: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Назначение времени начала теста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Назначение времени окончания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Пользователь не может начать тест до назначенного времени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После истечения времени тест недоступен
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API Endpoints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Auth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109728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0" y="146304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/api/auth/logout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2860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/api/test/start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265176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/api/test/answer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301752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/api/test/submit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Admin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384048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 /api/admin/questions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420624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GET/PUT/DELETE /api/admin/users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45720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/api/admin/import-questions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493776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/api/admin/export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530352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/api/admin/certificate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Безопасность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Аутентификация: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JWT токены с jose библиотекой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HttpOnly cookies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Bcrypt для хеширования паролей
</a:t>
            </a:r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Авторизация: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Middleware проверяет токен на каждый запрос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Разделение ролей (admin/user)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Защита API endpoints
</a:t>
            </a:r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Валидация: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Zod схемы для валидации данных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Проверка ИИН (12 цифр)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Санитизация входных данных
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Итоги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✓ Современный стек технологий
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✓ Real-time мониторинг тестов
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✓ Гибкий импорт вопросов
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✓ Управление временными окнами
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✓ Безопасная авторизация
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✓ Экспорт результатов
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Платформа тестирования</dc:title>
  <dc:subject>PptxGenJS Presentation</dc:subject>
  <dc:creator>Test Platform</dc:creator>
  <cp:lastModifiedBy>Test Platform</cp:lastModifiedBy>
  <cp:revision>1</cp:revision>
  <dcterms:created xsi:type="dcterms:W3CDTF">2026-04-03T05:34:22Z</dcterms:created>
  <dcterms:modified xsi:type="dcterms:W3CDTF">2026-04-03T05:34:22Z</dcterms:modified>
</cp:coreProperties>
</file>